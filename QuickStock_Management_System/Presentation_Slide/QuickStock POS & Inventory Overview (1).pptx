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aphora Bold" charset="1" panose="00000000000000000000"/>
      <p:regular r:id="rId18"/>
    </p:embeddedFont>
    <p:embeddedFont>
      <p:font typeface="Noto Sans Bold" charset="1" panose="020B0802040504020204"/>
      <p:regular r:id="rId19"/>
    </p:embeddedFont>
    <p:embeddedFont>
      <p:font typeface="Noto Sans" charset="1" panose="020B050204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8296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0" y="0"/>
                </a:moveTo>
                <a:lnTo>
                  <a:pt x="6121973" y="0"/>
                </a:lnTo>
                <a:lnTo>
                  <a:pt x="6121973" y="8396722"/>
                </a:lnTo>
                <a:lnTo>
                  <a:pt x="0" y="839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00356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400356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58487" y="22469"/>
            <a:ext cx="12387037" cy="237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25"/>
              </a:lnSpc>
            </a:pPr>
            <a:r>
              <a:rPr lang="en-US" b="true" sz="6803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QUICKSTOCK</a:t>
            </a:r>
          </a:p>
          <a:p>
            <a:pPr algn="ctr" marL="0" indent="0" lvl="0">
              <a:lnSpc>
                <a:spcPts val="9525"/>
              </a:lnSpc>
            </a:pPr>
            <a:r>
              <a:rPr lang="en-US" b="true" sz="6803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POS &amp; Inventory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01559" y="2326151"/>
            <a:ext cx="11543965" cy="132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4"/>
              </a:lnSpc>
            </a:pPr>
            <a:r>
              <a:rPr lang="en-US" b="true" sz="3795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Noto Sans Bold"/>
                <a:ea typeface="Noto Sans Bold"/>
                <a:cs typeface="Noto Sans Bold"/>
                <a:sym typeface="Noto Sans Bold"/>
              </a:rPr>
              <a:t>Technology Used in Small Businesses</a:t>
            </a:r>
          </a:p>
          <a:p>
            <a:pPr algn="ctr" marL="0" indent="0" lvl="0">
              <a:lnSpc>
                <a:spcPts val="5314"/>
              </a:lnSpc>
            </a:pPr>
            <a:r>
              <a:rPr lang="en-US" b="true" sz="3795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Noto Sans Bold"/>
                <a:ea typeface="Noto Sans Bold"/>
                <a:cs typeface="Noto Sans Bold"/>
                <a:sym typeface="Noto Sans Bold"/>
              </a:rPr>
              <a:t>System Analysis &amp;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5459" y="7619195"/>
            <a:ext cx="295394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Presented By: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79573" y="7628720"/>
            <a:ext cx="6574155" cy="196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Raju Ahammed (242014131)</a:t>
            </a:r>
          </a:p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Md. Iftekharul Alam Sikder (241014054)</a:t>
            </a:r>
          </a:p>
          <a:p>
            <a:pPr algn="l">
              <a:lnSpc>
                <a:spcPts val="3917"/>
              </a:lnSpc>
            </a:pPr>
            <a:r>
              <a:rPr lang="en-US" sz="2798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Nasrin Sultana Muskan (241014019)</a:t>
            </a:r>
          </a:p>
          <a:p>
            <a:pPr algn="l">
              <a:lnSpc>
                <a:spcPts val="3917"/>
              </a:lnSpc>
              <a:spcBef>
                <a:spcPct val="0"/>
              </a:spcBef>
            </a:pPr>
            <a:r>
              <a:rPr lang="en-US" sz="2798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Nayem hasan (242014196)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80786" y="4289835"/>
            <a:ext cx="6985513" cy="339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sz="3222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Raihan Kibria                                        Seni</a:t>
            </a:r>
            <a:r>
              <a:rPr lang="en-US" sz="3222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or Lecturer                                          Department of Computer Science and Engineering (CSE) </a:t>
            </a:r>
          </a:p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sz="3222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Course: CSE3103</a:t>
            </a:r>
          </a:p>
          <a:p>
            <a:pPr algn="ctr">
              <a:lnSpc>
                <a:spcPts val="4371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249692" y="4289835"/>
            <a:ext cx="303109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S</a:t>
            </a:r>
            <a:r>
              <a:rPr lang="en-US" sz="3600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ubmitted to: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8296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0" y="0"/>
                </a:moveTo>
                <a:lnTo>
                  <a:pt x="6121973" y="0"/>
                </a:lnTo>
                <a:lnTo>
                  <a:pt x="6121973" y="8396722"/>
                </a:lnTo>
                <a:lnTo>
                  <a:pt x="0" y="839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00356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400356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92119" y="840364"/>
            <a:ext cx="12387037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</a:pPr>
            <a:r>
              <a:rPr lang="en-US" b="true" sz="4799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0984" y="3081635"/>
            <a:ext cx="15266032" cy="311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0"/>
              </a:lnSpc>
            </a:pPr>
            <a:r>
              <a:rPr lang="en-US" b="true" sz="2986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is Qui</a:t>
            </a:r>
            <a:r>
              <a:rPr lang="en-US" b="true" sz="2986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ckStock?</a:t>
            </a:r>
          </a:p>
          <a:p>
            <a:pPr algn="ctr" marL="0" indent="0" lvl="0">
              <a:lnSpc>
                <a:spcPts val="4180"/>
              </a:lnSpc>
            </a:pPr>
          </a:p>
          <a:p>
            <a:pPr algn="l" marL="0" indent="0" lvl="0">
              <a:lnSpc>
                <a:spcPts val="4180"/>
              </a:lnSpc>
            </a:pPr>
            <a:r>
              <a:rPr lang="en-US" b="true" sz="2986">
                <a:solidFill>
                  <a:srgbClr val="FEFEF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QuickStock is a modern Point of Sale (POS) and Inventory Management System designed to digitalize and streamline daily operations for small retail businesses in Bangladesh.</a:t>
            </a:r>
          </a:p>
          <a:p>
            <a:pPr algn="ctr" marL="0" indent="0" lvl="0">
              <a:lnSpc>
                <a:spcPts val="41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492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411380"/>
            <a:ext cx="839250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Problem &amp;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9053" y="4356408"/>
            <a:ext cx="5027586" cy="195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Manual billing</a:t>
            </a:r>
          </a:p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• Stock-outs &amp; overstock</a:t>
            </a:r>
          </a:p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• Slow checkout</a:t>
            </a:r>
          </a:p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• No sales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3173530"/>
            <a:ext cx="782277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72200" y="4356408"/>
            <a:ext cx="5027586" cy="24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Fast POS + barcode scanning</a:t>
            </a:r>
          </a:p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• Real-time inventory alerts</a:t>
            </a:r>
          </a:p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• &lt; 2 sec checkout</a:t>
            </a:r>
          </a:p>
          <a:p>
            <a:pPr algn="l" marL="0" indent="0" lvl="0">
              <a:lnSpc>
                <a:spcPts val="3951"/>
              </a:lnSpc>
            </a:pPr>
            <a:r>
              <a:rPr lang="en-US" sz="2822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• Smart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9803" y="3173530"/>
            <a:ext cx="456111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89630"/>
            <a:ext cx="839250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System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5025" y="3481947"/>
            <a:ext cx="10642603" cy="166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POS and Inventory Management System designed for small retail businesses in Bangladesh with real-time inventory tracking using barcode scanning technology.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8432" y="3646108"/>
            <a:ext cx="1566260" cy="88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855025" y="5901087"/>
            <a:ext cx="10642603" cy="222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3"/>
              </a:lnSpc>
            </a:pPr>
            <a:r>
              <a:rPr lang="en-US" sz="320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Automated billing and invoicing with sales analytics and reporting. Features low-stock alerts, cloud-based multi-user support, and fast transaction processing under 2 seconds.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8432" y="6062498"/>
            <a:ext cx="1566260" cy="88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20890" y="2916147"/>
            <a:ext cx="8719793" cy="5782572"/>
          </a:xfrm>
          <a:custGeom>
            <a:avLst/>
            <a:gdLst/>
            <a:ahLst/>
            <a:cxnLst/>
            <a:rect r="r" b="b" t="t" l="l"/>
            <a:pathLst>
              <a:path h="5782572" w="8719793">
                <a:moveTo>
                  <a:pt x="0" y="0"/>
                </a:moveTo>
                <a:lnTo>
                  <a:pt x="8719793" y="0"/>
                </a:lnTo>
                <a:lnTo>
                  <a:pt x="8719793" y="5782572"/>
                </a:lnTo>
                <a:lnTo>
                  <a:pt x="0" y="5782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00" t="-1507" r="0" b="-25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81437"/>
            <a:ext cx="839250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Context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931986" y="2307351"/>
            <a:ext cx="8401381" cy="6158657"/>
          </a:xfrm>
          <a:custGeom>
            <a:avLst/>
            <a:gdLst/>
            <a:ahLst/>
            <a:cxnLst/>
            <a:rect r="r" b="b" t="t" l="l"/>
            <a:pathLst>
              <a:path h="6158657" w="8401381">
                <a:moveTo>
                  <a:pt x="0" y="0"/>
                </a:moveTo>
                <a:lnTo>
                  <a:pt x="8401382" y="0"/>
                </a:lnTo>
                <a:lnTo>
                  <a:pt x="8401382" y="6158658"/>
                </a:lnTo>
                <a:lnTo>
                  <a:pt x="0" y="61586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772" r="0" b="-177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02090" y="1200283"/>
            <a:ext cx="10319651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Data Flow Diagram (DFD Level 0)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882202"/>
            <a:ext cx="1088264" cy="52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5877" y="8882202"/>
            <a:ext cx="2926073" cy="52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 POS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557462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160229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125877" y="1314968"/>
            <a:ext cx="8906403" cy="7624384"/>
          </a:xfrm>
          <a:custGeom>
            <a:avLst/>
            <a:gdLst/>
            <a:ahLst/>
            <a:cxnLst/>
            <a:rect r="r" b="b" t="t" l="l"/>
            <a:pathLst>
              <a:path h="7624384" w="8906403">
                <a:moveTo>
                  <a:pt x="0" y="0"/>
                </a:moveTo>
                <a:lnTo>
                  <a:pt x="8906403" y="0"/>
                </a:lnTo>
                <a:lnTo>
                  <a:pt x="8906403" y="7624384"/>
                </a:lnTo>
                <a:lnTo>
                  <a:pt x="0" y="7624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509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284711"/>
            <a:ext cx="1088264" cy="52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3061" y="9289767"/>
            <a:ext cx="2926073" cy="52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 POS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074" y="333198"/>
            <a:ext cx="570404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6C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Sequence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557462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160229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666097" y="1372448"/>
            <a:ext cx="10322937" cy="7542104"/>
          </a:xfrm>
          <a:custGeom>
            <a:avLst/>
            <a:gdLst/>
            <a:ahLst/>
            <a:cxnLst/>
            <a:rect r="r" b="b" t="t" l="l"/>
            <a:pathLst>
              <a:path h="7542104" w="10322937">
                <a:moveTo>
                  <a:pt x="0" y="0"/>
                </a:moveTo>
                <a:lnTo>
                  <a:pt x="10322938" y="0"/>
                </a:lnTo>
                <a:lnTo>
                  <a:pt x="10322938" y="7542104"/>
                </a:lnTo>
                <a:lnTo>
                  <a:pt x="0" y="7542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265" r="0" b="-326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284711"/>
            <a:ext cx="1088264" cy="52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3061" y="9289767"/>
            <a:ext cx="2926073" cy="52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 POS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8088" y="333198"/>
            <a:ext cx="4336018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6C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Class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557462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160229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116964" y="1542144"/>
            <a:ext cx="13979458" cy="7164472"/>
          </a:xfrm>
          <a:custGeom>
            <a:avLst/>
            <a:gdLst/>
            <a:ahLst/>
            <a:cxnLst/>
            <a:rect r="r" b="b" t="t" l="l"/>
            <a:pathLst>
              <a:path h="7164472" w="13979458">
                <a:moveTo>
                  <a:pt x="0" y="0"/>
                </a:moveTo>
                <a:lnTo>
                  <a:pt x="13979458" y="0"/>
                </a:lnTo>
                <a:lnTo>
                  <a:pt x="13979458" y="7164472"/>
                </a:lnTo>
                <a:lnTo>
                  <a:pt x="0" y="7164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284711"/>
            <a:ext cx="1088264" cy="52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03061" y="9289767"/>
            <a:ext cx="2926073" cy="52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 POS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7660" y="333198"/>
            <a:ext cx="6416873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6CD9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Critical Path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872677"/>
            <a:ext cx="1088264" cy="61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25877" y="8872677"/>
            <a:ext cx="2926073" cy="61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sz="359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563186"/>
            <a:ext cx="839250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Key Features &amp; Benefits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5736" y="3768428"/>
            <a:ext cx="5027586" cy="345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Barcode scanning for fast checkout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Real-time inventory tracking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Automated low-stock alerts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Sales analytics dashboard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Multi-user access control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Cloud backup and security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2959199"/>
            <a:ext cx="568667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1304" y="3768428"/>
            <a:ext cx="5027586" cy="444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Reduced checkout time (under 2 seconds)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Prevent stock-outs and overstock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Data-driven decision making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Improved customer experience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Reduced manual errors</a:t>
            </a:r>
          </a:p>
          <a:p>
            <a:pPr algn="l" marL="0" indent="0" lvl="0">
              <a:lnSpc>
                <a:spcPts val="3904"/>
              </a:lnSpc>
            </a:pPr>
            <a:r>
              <a:rPr lang="en-US" sz="278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Scalable for business growth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1203" y="2840096"/>
            <a:ext cx="434109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Benefits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00283"/>
            <a:ext cx="6854442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5964" y="2392885"/>
            <a:ext cx="12208863" cy="6546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Provides fast transaction processing for efficient checkout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Enables real-time inventory tracking to monitor stock instantly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Offers automated analytics tailored for small retail businesses in Bangladesh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Supports barcode scanning for quick and accurate product handling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Includes low-stock alerts to prevent inventory shortages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Uses cloud-based architecture for reliability and accessibility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Reduces checkout time and improves customer experience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Helps prevent stock management issues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Supports data-driven decision making</a:t>
            </a:r>
          </a:p>
          <a:p>
            <a:pPr algn="l" marL="623972" indent="-311986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Promotes sustainable business growth</a:t>
            </a:r>
          </a:p>
          <a:p>
            <a:pPr algn="l" marL="0" indent="0" lvl="0">
              <a:lnSpc>
                <a:spcPts val="4046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5224952" y="9239250"/>
            <a:ext cx="884338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8882202"/>
            <a:ext cx="1088264" cy="52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5877" y="8882202"/>
            <a:ext cx="2926073" cy="52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6"/>
              </a:lnSpc>
            </a:pPr>
            <a:r>
              <a:rPr lang="en-US" sz="3083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QuickStock POS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88296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0" y="0"/>
                </a:moveTo>
                <a:lnTo>
                  <a:pt x="6121973" y="0"/>
                </a:lnTo>
                <a:lnTo>
                  <a:pt x="6121973" y="8396722"/>
                </a:lnTo>
                <a:lnTo>
                  <a:pt x="0" y="839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554323" y="945139"/>
            <a:ext cx="6121973" cy="8396721"/>
          </a:xfrm>
          <a:custGeom>
            <a:avLst/>
            <a:gdLst/>
            <a:ahLst/>
            <a:cxnLst/>
            <a:rect r="r" b="b" t="t" l="l"/>
            <a:pathLst>
              <a:path h="8396721" w="6121973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99625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00356" y="-72840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400356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199625" y="8256137"/>
            <a:ext cx="3488732" cy="2759270"/>
          </a:xfrm>
          <a:custGeom>
            <a:avLst/>
            <a:gdLst/>
            <a:ahLst/>
            <a:cxnLst/>
            <a:rect r="r" b="b" t="t" l="l"/>
            <a:pathLst>
              <a:path h="2759270" w="3488732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12587" y="3273271"/>
            <a:ext cx="12387037" cy="465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9"/>
              </a:lnSpc>
            </a:pPr>
            <a:r>
              <a:rPr lang="en-US" b="true" sz="8799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Thank You</a:t>
            </a:r>
          </a:p>
          <a:p>
            <a:pPr algn="ctr" marL="0" indent="0" lvl="0">
              <a:lnSpc>
                <a:spcPts val="12319"/>
              </a:lnSpc>
            </a:pPr>
            <a:r>
              <a:rPr lang="en-US" b="true" sz="8799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 Feel Free to Ask Any Questions</a:t>
            </a:r>
          </a:p>
        </p:txBody>
      </p:sp>
      <p:sp>
        <p:nvSpPr>
          <p:cNvPr name="AutoShape 9" id="9"/>
          <p:cNvSpPr/>
          <p:nvPr/>
        </p:nvSpPr>
        <p:spPr>
          <a:xfrm>
            <a:off x="4219662" y="92392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4219662" y="10477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DAHHByh3ff8</dc:identifier>
  <dcterms:modified xsi:type="dcterms:W3CDTF">2011-08-01T06:04:30Z</dcterms:modified>
  <cp:revision>1</cp:revision>
  <dc:title>QuickStock POS &amp; Inventory Overview</dc:title>
</cp:coreProperties>
</file>